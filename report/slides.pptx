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F3A5F"/>
                </a:solidFill>
                <a:latin typeface="Calibri"/>
              </a:rPr>
              <a:t>When Net Influence Misleads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555555"/>
                </a:solidFill>
                <a:latin typeface="Calibri"/>
              </a:rPr>
              <a:t>Calibration, Innocent Dependence, and Coalition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Rucha Agashe, Imperial College London</a:t>
            </a:r>
          </a:p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Apart Research AI Collusion Sprint, October 2026. Tracks 1 and 2.</a:t>
            </a:r>
          </a:p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github.com/in-a-quantum-world/collusion-net-influence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When does statistical dependence count as evidence of collusion?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  <a:latin typeface="Calibri"/>
              </a:rPr>
              <a:t>•  Antitrust rule: parallel conduct is not an agreement. Auditors need a plus factor.</a:t>
            </a:r>
          </a:p>
          <a:p>
            <a:pPr algn="l"/>
            <a:r>
              <a:rPr sz="1700" b="0">
                <a:solidFill>
                  <a:srgbClr val="555555"/>
                </a:solidFill>
                <a:latin typeface="Calibri"/>
              </a:rPr>
              <a:t>•  Pairwise net influence (Bonjour et al. 2022): dependence between two agents' actions given the public state, minus the strongest third-party dependence. Action logs only.</a:t>
            </a:r>
          </a:p>
          <a:p>
            <a:pPr algn="l"/>
            <a:r>
              <a:rPr sz="1700" b="0">
                <a:solidFill>
                  <a:srgbClr val="555555"/>
                </a:solidFill>
                <a:latin typeface="Calibri"/>
              </a:rPr>
              <a:t>•  We ask: under which assumptions about public information, sample size and coalition structure does it separate planted coordination from innocent dependence?</a:t>
            </a:r>
          </a:p>
          <a:p>
            <a:pPr algn="l"/>
            <a:r>
              <a:rPr sz="1700" b="0">
                <a:solidFill>
                  <a:srgbClr val="555555"/>
                </a:solidFill>
                <a:latin typeface="Calibri"/>
              </a:rPr>
              <a:t>•  7,400 scripted games with ground truth, two GPT-4.1-mini pilot runs (30 games each), one exploratory Jacobian-lens assay.</a:t>
            </a:r>
          </a:p>
          <a:p>
            <a:pPr algn="l"/>
            <a:r>
              <a:rPr sz="1700" b="0">
                <a:solidFill>
                  <a:srgbClr val="555555"/>
                </a:solidFill>
                <a:latin typeface="Calibri"/>
              </a:rPr>
              <a:t>•  Four findings. Each is an assumption an auditor must check before trusting a verdict.</a:t>
            </a:r>
          </a:p>
        </p:txBody>
      </p:sp>
      <p:pic>
        <p:nvPicPr>
          <p:cNvPr id="4" name="Picture 3" descr="fig_evidenc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394960" cy="3296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Finding 1: conditioning on the wrong public state confidently names an innocent 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Two non-colluders following the same public rule (beat last round's majority) are perfectly correlated without any agreement</a:t>
            </a:r>
          </a:p>
        </p:txBody>
      </p:sp>
      <p:pic>
        <p:nvPicPr>
          <p:cNvPr id="4" name="Picture 3" descr="fig_scrip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498079" cy="2624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73736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 Unconditioned statistics (memoryless net influence, raw MI, Cramer's V, same-action rate) rank the innocent pair first in 96 to 100% of games.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 Condition on the previous majority: true pair ranked first in 98 to 100%, innocent pair never flagged.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 But an innocent rule keyed on a richer state (parallel_rich) defeats majority conditioning in 100% of games; the fixed rule flags it in 65 to 100% of no-collusion games.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 Profile-state conditioning works only once T is large relative to the number of states.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Finding 2: removing estimation bias is not controlling false positives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Plug-in MI bias at 25 rounds (about 0.08 nats) exceeds the published threshold of 0.05</a:t>
            </a:r>
          </a:p>
        </p:txBody>
      </p:sp>
      <p:pic>
        <p:nvPicPr>
          <p:cNvPr id="4" name="Picture 3" descr="fig_exten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498079" cy="22252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73736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 Fixed threshold, corrected: still fires in about half of all-random 25-round games.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 Holm permutation rule: 3 to 6% on scripted nulls, never names the innocent pair. Power at 25 rounds drops to 0.42.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 Transfer: on the pooled GPT-4.1-mini control with no planted coalition, the Holm rule flags a pair at Holm p = 0.012 in both runs.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 Rejecting conditional independence is a statement about a null; it is not establishing collusion.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Finding 3: the pairwise correction cancels a coalition of three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Primary A, assistants B and C. The published method is scoped to two colluders.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gamma(B; A) = gamma(C; A) = m in expectation, so</a:t>
            </a:r>
          </a:p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Gamma(B; A) = m  -  max_k gamma(k; A) = m  -  m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•  The subtraction treats another coalition member as the competing explanation and removes the signal.</a:t>
            </a:r>
          </a:p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•  Pair score is the minimum of both directions, so the true pair cannot exceed a positive threshold in the population limit.</a:t>
            </a:r>
          </a:p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•  Empirically: AB score 0.006 nats at 500 rounds; the fixed rule returns no pair in 25%, 32%, 54%, 68% of games at 50, 100, 200, 500 rounds. More data, less detection.</a:t>
            </a:r>
          </a:p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•  Ranking is unaffected (0.98 to 1.00). Coalition membership and direct dependence are different ground truths.</a:t>
            </a:r>
          </a:p>
        </p:txBody>
      </p:sp>
      <p:pic>
        <p:nvPicPr>
          <p:cNvPr id="6" name="Picture 5" descr="fig_exten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486400" cy="16282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Finding 4: ranking, detection and benefit come apart on real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GPT-4.1-mini, 4 players, 25 rounds, two independent runs of 10 games x 3 conditions. Detector sees actions only.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48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Pair ranked first (single games)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Fixed rule flags the 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Holm rule on pooled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Mean within-game score advantage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Run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9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5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flags Alpha-Delta (no planted coalition)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-0.25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Run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8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7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flags Charlie-Delta (no planted coalition)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+1.00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65760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•  The private channel is visible in the actions: the team's dependence is 4 to 9 times any other pair's, and the messages show a sacrificial scheme ("I'll play rock to beat your scissors, so I can score while you lose").</a:t>
            </a:r>
          </a:p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•  Single-game ranking was more successful than threshold detection, but both remain uncertain (ten games; ranking ties not audited).</a:t>
            </a:r>
          </a:p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•  The fixed rule fires in 50 to 70% of single control games, matching the scripted all-random rate.</a:t>
            </a:r>
          </a:p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•  Score advantage of -0.25 and +1.00 across runs does not establish a benefit from coordination.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Exploratory: a Jacobian-lens readout of a coded proposal (gemma-4-12B-it)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Does the workspace readout differ between adopting a partner's proposal and understanding it and refusing? The control Rose et al. (2026) describe.</a:t>
            </a:r>
          </a:p>
        </p:txBody>
      </p:sp>
      <p:pic>
        <p:nvPicPr>
          <p:cNvPr id="4" name="Picture 3" descr="fig_lens_ass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6949440" cy="328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737360"/>
            <a:ext cx="4297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 30 base cases x 5 matched conditions, 150 receiver evaluations.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 Unauthorised adoption never occurred: 30/30 abstentions. The intended contrast is unresolved.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 Readout strongly recovered the nominated item during permitted adoption (rank 0) but not during abstention (at chance).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•  This does not establish that the proposal is absent from the model, nor that the workspace shows actions rather than understanding; one lens, one position, best-rank aggregation with censoring.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What an auditor must check before treating dependence as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  <a:latin typeface="Calibri"/>
              </a:rPr>
              <a:t>•  Is the conditioning state at least as rich as any public rule the agents could innocently follow? If not, a confident verdict can be wrong in every game.</a:t>
            </a:r>
          </a:p>
          <a:p>
            <a:pPr algn="l"/>
            <a:r>
              <a:rPr sz="1700" b="0">
                <a:solidFill>
                  <a:srgbClr val="555555"/>
                </a:solidFill>
                <a:latin typeface="Calibri"/>
              </a:rPr>
              <a:t>•  Is the decision rule calibrated on the right null? Bias correction is not calibration; a rule calibrated on one family of nulls flagged pairs in LLM controls without a planted coalition.</a:t>
            </a:r>
          </a:p>
          <a:p>
            <a:pPr algn="l"/>
            <a:r>
              <a:rPr sz="1700" b="0">
                <a:solidFill>
                  <a:srgbClr val="555555"/>
                </a:solidFill>
                <a:latin typeface="Calibri"/>
              </a:rPr>
              <a:t>•  Could the coalition have more than two members? Pairwise net scores cancel a three-member coalition, and detection falls as evidence accumulates.</a:t>
            </a:r>
          </a:p>
          <a:p>
            <a:pPr algn="l"/>
            <a:r>
              <a:rPr sz="1700" b="0">
                <a:solidFill>
                  <a:srgbClr val="555555"/>
                </a:solidFill>
                <a:latin typeface="Calibri"/>
              </a:rPr>
              <a:t>•  Which outcome is being claimed: ranking, thresholded detection, or demonstrated benefit? They are different numbers.</a:t>
            </a:r>
          </a:p>
          <a:p>
            <a:pPr algn="l"/>
            <a:r>
              <a:rPr sz="1700" b="0">
                <a:solidFill>
                  <a:srgbClr val="555555"/>
                </a:solidFill>
                <a:latin typeface="Calibri"/>
              </a:rPr>
              <a:t>•  Everything is reproducible from the repository: 7,400 scripted games in about 16 minutes on two CPU cores, LLM pilot under 2 USD, lens assay on one Colab GPU.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9822B"/>
                </a:solidFill>
                <a:latin typeface="Calibri"/>
              </a:rPr>
              <a:t>github.com/in-a-quantum-world/collusion-net-influence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